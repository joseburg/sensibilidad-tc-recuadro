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</p:sldMasterIdLst>
  <p:notesMasterIdLst>
    <p:notesMasterId r:id="rId15"/>
  </p:notesMasterIdLst>
  <p:sldIdLst>
    <p:sldId id="4633" r:id="rId5"/>
    <p:sldId id="4636" r:id="rId6"/>
    <p:sldId id="4657" r:id="rId7"/>
    <p:sldId id="4658" r:id="rId8"/>
    <p:sldId id="4662" r:id="rId9"/>
    <p:sldId id="4610" r:id="rId10"/>
    <p:sldId id="4659" r:id="rId11"/>
    <p:sldId id="4660" r:id="rId12"/>
    <p:sldId id="4663" r:id="rId13"/>
    <p:sldId id="4634" r:id="rId14"/>
  </p:sldIdLst>
  <p:sldSz cx="12192000" cy="6858000"/>
  <p:notesSz cx="6858000" cy="9144000"/>
  <p:embeddedFontLst>
    <p:embeddedFont>
      <p:font typeface="Berling Nova Sans Pro" panose="02000503070000020003" charset="0"/>
      <p:regular r:id="rId16"/>
      <p:bold r:id="rId17"/>
      <p:italic r:id="rId18"/>
      <p:boldItalic r:id="rId19"/>
    </p:embeddedFont>
  </p:embeddedFontLst>
  <p:defaultTextStyle>
    <a:defPPr>
      <a:defRPr lang="en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mila Camilo Pujols" initials="CCP" lastIdx="45" clrIdx="0">
    <p:extLst>
      <p:ext uri="{19B8F6BF-5375-455C-9EA6-DF929625EA0E}">
        <p15:presenceInfo xmlns:p15="http://schemas.microsoft.com/office/powerpoint/2012/main" userId="S-1-5-21-114626252-1066491565-1010595328-38210" providerId="AD"/>
      </p:ext>
    </p:extLst>
  </p:cmAuthor>
  <p:cmAuthor id="2" name="Edmundo Manuel Houellemont Avila" initials="EMHA" lastIdx="6" clrIdx="1">
    <p:extLst>
      <p:ext uri="{19B8F6BF-5375-455C-9EA6-DF929625EA0E}">
        <p15:presenceInfo xmlns:p15="http://schemas.microsoft.com/office/powerpoint/2012/main" userId="S-1-5-21-114626252-1066491565-1010595328-54803" providerId="AD"/>
      </p:ext>
    </p:extLst>
  </p:cmAuthor>
  <p:cmAuthor id="3" name="Salome Pradel Peguero" initials="SPP [2]" lastIdx="10" clrIdx="2">
    <p:extLst>
      <p:ext uri="{19B8F6BF-5375-455C-9EA6-DF929625EA0E}">
        <p15:presenceInfo xmlns:p15="http://schemas.microsoft.com/office/powerpoint/2012/main" userId="S-1-5-21-114626252-1066491565-1010595328-223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F6803"/>
    <a:srgbClr val="434343"/>
    <a:srgbClr val="BDBDBD"/>
    <a:srgbClr val="515151"/>
    <a:srgbClr val="585858"/>
    <a:srgbClr val="727272"/>
    <a:srgbClr val="E2EBF4"/>
    <a:srgbClr val="3B68A1"/>
    <a:srgbClr val="A8BA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6" autoAdjust="0"/>
    <p:restoredTop sz="82478" autoAdjust="0"/>
  </p:normalViewPr>
  <p:slideViewPr>
    <p:cSldViewPr snapToGrid="0">
      <p:cViewPr varScale="1">
        <p:scale>
          <a:sx n="73" d="100"/>
          <a:sy n="73" d="100"/>
        </p:scale>
        <p:origin x="84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7599-F706-4A58-8022-70F2AE2A5EB8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FF2CD-7B1B-4979-9F29-F667F725F60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44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E7D15A-8905-4B7F-8C67-25604F7E1C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711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46CA4218-ECB5-E491-526F-14A403EE94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274142"/>
            <a:ext cx="6109355" cy="7829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 err="1"/>
              <a:t>Título</a:t>
            </a:r>
            <a:r>
              <a:rPr lang="en-US" dirty="0"/>
              <a:t> principal</a:t>
            </a:r>
            <a:endParaRPr lang="en-DO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8E732AF-41D1-4E63-6B80-D88B7C7F4D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181141"/>
            <a:ext cx="6109355" cy="8883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 err="1"/>
              <a:t>Titulo</a:t>
            </a:r>
            <a:r>
              <a:rPr lang="en-US" dirty="0"/>
              <a:t> </a:t>
            </a:r>
            <a:r>
              <a:rPr lang="en-US" dirty="0" err="1"/>
              <a:t>secundario</a:t>
            </a:r>
            <a:endParaRPr lang="en-US" dirty="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917D5D48-06F5-30CA-8CB1-DC039FE334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193499"/>
            <a:ext cx="6109355" cy="445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 err="1"/>
              <a:t>Fecha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3856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46CA4218-ECB5-E491-526F-14A403EE94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39480"/>
            <a:ext cx="10515600" cy="79011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 err="1"/>
              <a:t>Título</a:t>
            </a:r>
            <a:r>
              <a:rPr lang="en-US" dirty="0"/>
              <a:t> principal</a:t>
            </a:r>
            <a:endParaRPr lang="en-DO" dirty="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917D5D48-06F5-30CA-8CB1-DC039FE334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01457" y="3891967"/>
            <a:ext cx="2189085" cy="7427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800" b="0" i="0">
                <a:solidFill>
                  <a:schemeClr val="bg1"/>
                </a:solidFill>
                <a:latin typeface="Berling Nova Sans Pro" panose="02000503070000020003" pitchFamily="2" charset="0"/>
              </a:defRPr>
            </a:lvl1pPr>
          </a:lstStyle>
          <a:p>
            <a:pPr lvl="0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15682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46CA4218-ECB5-E491-526F-14A403EE94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7105" y="917363"/>
            <a:ext cx="10515600" cy="7901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F68A6"/>
                </a:solidFill>
                <a:latin typeface="+mn-lt"/>
              </a:defRPr>
            </a:lvl1pPr>
          </a:lstStyle>
          <a:p>
            <a:r>
              <a:rPr lang="en-US" dirty="0" err="1"/>
              <a:t>Título</a:t>
            </a:r>
            <a:r>
              <a:rPr lang="en-US" dirty="0"/>
              <a:t> Principal</a:t>
            </a:r>
            <a:endParaRPr lang="en-D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269F8E-8318-7075-14F7-3EBEB578490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746992" y="2164132"/>
            <a:ext cx="5915025" cy="2581012"/>
          </a:xfrm>
          <a:prstGeom prst="rect">
            <a:avLst/>
          </a:prstGeom>
        </p:spPr>
        <p:txBody>
          <a:bodyPr/>
          <a:lstStyle>
            <a:lvl1pPr marL="357188" indent="-357188">
              <a:buFont typeface="+mj-lt"/>
              <a:buAutoNum type="romanUcPeriod"/>
              <a:tabLst/>
              <a:defRPr sz="2400">
                <a:solidFill>
                  <a:srgbClr val="3F68A6"/>
                </a:solidFill>
                <a:latin typeface="+mn-lt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tabLst/>
              <a:defRPr sz="2200">
                <a:solidFill>
                  <a:srgbClr val="3F68A6"/>
                </a:solidFill>
                <a:latin typeface="+mn-lt"/>
              </a:defRPr>
            </a:lvl2pPr>
          </a:lstStyle>
          <a:p>
            <a:pPr lvl="0"/>
            <a:r>
              <a:rPr lang="en-US" dirty="0" err="1"/>
              <a:t>Título</a:t>
            </a:r>
            <a:endParaRPr lang="en-US" dirty="0"/>
          </a:p>
          <a:p>
            <a:pPr lvl="0"/>
            <a:r>
              <a:rPr lang="en-US" dirty="0" err="1"/>
              <a:t>Título</a:t>
            </a:r>
            <a:r>
              <a:rPr lang="en-US" dirty="0"/>
              <a:t> 2</a:t>
            </a:r>
          </a:p>
          <a:p>
            <a:pPr lvl="1"/>
            <a:r>
              <a:rPr lang="en-US" dirty="0"/>
              <a:t>Sub-</a:t>
            </a:r>
            <a:r>
              <a:rPr lang="en-US" dirty="0" err="1"/>
              <a:t>título</a:t>
            </a:r>
            <a:r>
              <a:rPr lang="en-US" dirty="0"/>
              <a:t> 1</a:t>
            </a:r>
          </a:p>
          <a:p>
            <a:pPr lvl="1"/>
            <a:r>
              <a:rPr lang="en-US" dirty="0"/>
              <a:t>Sub-</a:t>
            </a:r>
            <a:r>
              <a:rPr lang="en-US" dirty="0" err="1"/>
              <a:t>título</a:t>
            </a:r>
            <a:r>
              <a:rPr lang="en-US" dirty="0"/>
              <a:t> 2</a:t>
            </a:r>
          </a:p>
        </p:txBody>
      </p:sp>
    </p:spTree>
    <p:extLst>
      <p:ext uri="{BB962C8B-B14F-4D97-AF65-F5344CB8AC3E}">
        <p14:creationId xmlns:p14="http://schemas.microsoft.com/office/powerpoint/2010/main" val="212335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10">
            <a:extLst>
              <a:ext uri="{FF2B5EF4-FFF2-40B4-BE49-F238E27FC236}">
                <a16:creationId xmlns:a16="http://schemas.microsoft.com/office/drawing/2014/main" id="{C0C88F8A-0D4C-49AA-8E2F-BA76B4D1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DO" dirty="0"/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711B5D15-3912-4FE7-BD84-1AB433576E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0173" y="1826261"/>
            <a:ext cx="5743575" cy="346388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B71D6ECB-53D8-430A-BF79-685EFC5E0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3" y="1280705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EABF9A7-0A47-4006-963C-E924F331B32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2274" y="1826261"/>
            <a:ext cx="5743575" cy="346557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6CA0BD0E-30BE-4730-B046-ADB71647B3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273" y="1280704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>
              <a:defRPr lang="en-US" sz="1400" b="1" dirty="0">
                <a:solidFill>
                  <a:srgbClr val="3A67A0"/>
                </a:solidFill>
              </a:defRPr>
            </a:lvl1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marL="0" lvl="0" indent="0" algn="ctr">
              <a:spcBef>
                <a:spcPts val="0"/>
              </a:spcBef>
              <a:buNone/>
            </a:pPr>
            <a:r>
              <a:rPr lang="en-US" dirty="0"/>
              <a:t>(%)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01768FF-92EA-4BB4-A142-10668A7DB2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4141046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10">
            <a:extLst>
              <a:ext uri="{FF2B5EF4-FFF2-40B4-BE49-F238E27FC236}">
                <a16:creationId xmlns:a16="http://schemas.microsoft.com/office/drawing/2014/main" id="{C0C88F8A-0D4C-49AA-8E2F-BA76B4D1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B71D6ECB-53D8-430A-BF79-685EFC5E0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2" y="1221615"/>
            <a:ext cx="11665675" cy="54864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EABF9A7-0A47-4006-963C-E924F331B32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805784"/>
            <a:ext cx="11665675" cy="346557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01768FF-92EA-4BB4-A142-10668A7DB2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613818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10">
            <a:extLst>
              <a:ext uri="{FF2B5EF4-FFF2-40B4-BE49-F238E27FC236}">
                <a16:creationId xmlns:a16="http://schemas.microsoft.com/office/drawing/2014/main" id="{C0C88F8A-0D4C-49AA-8E2F-BA76B4D1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EABF9A7-0A47-4006-963C-E924F331B32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488284"/>
            <a:ext cx="11665675" cy="3465576"/>
          </a:xfrm>
          <a:prstGeom prst="rect">
            <a:avLst/>
          </a:prstGeom>
        </p:spPr>
        <p:txBody>
          <a:bodyPr/>
          <a:lstStyle>
            <a:lvl1pPr>
              <a:buClr>
                <a:srgbClr val="3B68A1"/>
              </a:buClr>
              <a:defRPr sz="18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315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3B3C780-09BE-4E3D-8E09-DE13B9AEE1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AA2FD8D6-BA91-7A7E-6F26-D860006E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E019802-C434-6193-152B-91228D0D66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0173" y="1826261"/>
            <a:ext cx="5743575" cy="346388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A2665912-97FC-45C3-16D0-F4C0FCD1A5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3" y="1280705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256CC49-1223-A5F4-CB08-D8640D4719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2274" y="1826261"/>
            <a:ext cx="5743575" cy="346557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F0C5D5-FE46-5595-C780-C676E823C9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273" y="1280704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>
              <a:defRPr lang="en-US" sz="1400" b="1" dirty="0">
                <a:solidFill>
                  <a:srgbClr val="3A67A0"/>
                </a:solidFill>
              </a:defRPr>
            </a:lvl1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marL="0" lvl="0" indent="0" algn="ctr">
              <a:spcBef>
                <a:spcPts val="0"/>
              </a:spcBef>
              <a:buNone/>
            </a:pPr>
            <a:r>
              <a:rPr lang="en-US" dirty="0"/>
              <a:t>(%)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11EE950-3CA8-7B42-2F83-0522C5E8A5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1907339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5CEDF5BD-1F2C-AA80-7F73-B868AEBF6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C4F810A6-762C-1D9D-7748-93125ECB71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2" y="1221615"/>
            <a:ext cx="11665675" cy="54864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4922B80-555D-FF53-F836-368FDC3320A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805784"/>
            <a:ext cx="11665675" cy="346557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61BB38DF-AA32-DA2F-0B64-7E1756BCB5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2038488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c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9D3C3579-5019-7F02-D6DD-8E4563D32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DC044215-95AD-4E72-870F-B69238EF3FB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488284"/>
            <a:ext cx="11665675" cy="3465576"/>
          </a:xfrm>
          <a:prstGeom prst="rect">
            <a:avLst/>
          </a:prstGeom>
        </p:spPr>
        <p:txBody>
          <a:bodyPr/>
          <a:lstStyle>
            <a:lvl1pPr>
              <a:buClr>
                <a:srgbClr val="3B68A1"/>
              </a:buClr>
              <a:defRPr sz="18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117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c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56B60B47-1D00-0982-7D1F-999E29ADE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14A4B601-EE8B-8EAC-A9C1-2DB76B422C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0173" y="1826261"/>
            <a:ext cx="5743575" cy="346388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C29F630A-77E9-9AF8-174B-6B97CBE57B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3" y="1280705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8BBA8C3C-67DE-4E21-A575-E4F868DD79C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2274" y="1826261"/>
            <a:ext cx="5743575" cy="346557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6183EA9A-649B-9427-D792-0B93AB01D8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273" y="1280704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>
              <a:defRPr lang="en-US" sz="1400" b="1" dirty="0">
                <a:solidFill>
                  <a:srgbClr val="3A67A0"/>
                </a:solidFill>
              </a:defRPr>
            </a:lvl1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marL="0" lvl="0" indent="0" algn="ctr">
              <a:spcBef>
                <a:spcPts val="0"/>
              </a:spcBef>
              <a:buNone/>
            </a:pPr>
            <a:r>
              <a:rPr lang="en-US" dirty="0"/>
              <a:t>(%)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D1359A5F-7021-A7A0-95E7-892DAF6FED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3491534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F1B39ABB-CE60-4851-F7FD-7FF90044A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737BF789-1BAD-57E6-E319-6B75343244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2" y="1221615"/>
            <a:ext cx="11665675" cy="54864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D90C184-BAEC-C464-E7F6-B2588E2C107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805784"/>
            <a:ext cx="11665675" cy="346557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DD745FF-80FD-B2A1-8EC3-F8F396D25C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181508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afic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29235F7C-ADEF-EA32-D496-CFB0A1D62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0B87D5A-87BE-4E91-6936-BF246BC5F07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488284"/>
            <a:ext cx="11665675" cy="3465576"/>
          </a:xfrm>
          <a:prstGeom prst="rect">
            <a:avLst/>
          </a:prstGeom>
        </p:spPr>
        <p:txBody>
          <a:bodyPr/>
          <a:lstStyle>
            <a:lvl1pPr>
              <a:buClr>
                <a:srgbClr val="3B68A1"/>
              </a:buClr>
              <a:defRPr sz="18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7428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36B0CA-D6EA-FEC6-C226-E3FBC728E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075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3633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  <p:sldLayoutId id="2147483668" r:id="rId4"/>
    <p:sldLayoutId id="2147483670" r:id="rId5"/>
    <p:sldLayoutId id="2147483704" r:id="rId6"/>
    <p:sldLayoutId id="2147483718" r:id="rId7"/>
    <p:sldLayoutId id="2147483716" r:id="rId8"/>
    <p:sldLayoutId id="2147483675" r:id="rId9"/>
    <p:sldLayoutId id="2147483726" r:id="rId10"/>
    <p:sldLayoutId id="2147483717" r:id="rId11"/>
    <p:sldLayoutId id="2147483676" r:id="rId12"/>
    <p:sldLayoutId id="2147483727" r:id="rId13"/>
    <p:sldLayoutId id="214748367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2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70BC0-F714-40A8-A24A-82B7D0E8F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4142"/>
            <a:ext cx="11175124" cy="782998"/>
          </a:xfrm>
        </p:spPr>
        <p:txBody>
          <a:bodyPr/>
          <a:lstStyle/>
          <a:p>
            <a:r>
              <a:rPr lang="es-DO" dirty="0"/>
              <a:t>Sensibilidad de las expectativas de tipo de cambio ante choques cambiarios</a:t>
            </a:r>
            <a:endParaRPr lang="en-US" dirty="0">
              <a:latin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DBAC34-5A09-4A4A-867C-DC8EB35623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2876226"/>
            <a:ext cx="6109355" cy="888356"/>
          </a:xfrm>
        </p:spPr>
        <p:txBody>
          <a:bodyPr/>
          <a:lstStyle/>
          <a:p>
            <a:r>
              <a:rPr lang="en-US" dirty="0">
                <a:latin typeface="+mn-lt"/>
              </a:rPr>
              <a:t>José Burgos</a:t>
            </a:r>
          </a:p>
          <a:p>
            <a:r>
              <a:rPr lang="en-US" dirty="0"/>
              <a:t>Cesar Díaz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4C114-1C95-435D-9A96-B2EEB4A465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3981774"/>
            <a:ext cx="6109355" cy="445340"/>
          </a:xfrm>
        </p:spPr>
        <p:txBody>
          <a:bodyPr/>
          <a:lstStyle/>
          <a:p>
            <a:r>
              <a:rPr lang="es-US" dirty="0">
                <a:latin typeface="+mn-lt"/>
              </a:rPr>
              <a:t>07-11-2025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5850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1501D-7E32-AE32-355C-F7BE363F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>
                <a:latin typeface="+mn-lt"/>
              </a:rPr>
              <a:t>Contenido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F4B0D-1F1F-21E8-510F-8179135A67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s-ES" dirty="0">
                <a:latin typeface="+mn-lt"/>
              </a:rPr>
              <a:t>Objetivo(s)</a:t>
            </a:r>
          </a:p>
          <a:p>
            <a:r>
              <a:rPr lang="es-ES" dirty="0">
                <a:latin typeface="+mn-lt"/>
              </a:rPr>
              <a:t>Datos y metodología</a:t>
            </a:r>
          </a:p>
          <a:p>
            <a:r>
              <a:rPr lang="es-ES" dirty="0">
                <a:latin typeface="+mn-lt"/>
              </a:rPr>
              <a:t>Resultados</a:t>
            </a:r>
          </a:p>
          <a:p>
            <a:r>
              <a:rPr lang="es-ES" dirty="0">
                <a:latin typeface="+mn-lt"/>
              </a:rPr>
              <a:t>Conclusiones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41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A3B86-3D5B-EC42-EA71-02653D7B3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err="1"/>
              <a:t>Objetivos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0C2F2-6280-3726-B23C-3010D66181D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en-US" dirty="0" err="1"/>
              <a:t>Identificar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90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F8185-5F17-AA33-65FB-FC68B213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D2BCB-AC1A-D3E4-7D0A-AAF34171FA7F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585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F2F21-CAEF-46ED-ACB9-AF0E0321F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B18E0-68A6-4309-AEEE-6FB33777B6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EBD23D-8E42-416E-9B04-F914F51331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051157-519D-466B-BDC7-FE58553CA70C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3169F98-B5E7-4A61-A250-50E33F9EE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E2EBF4">
              <a:alpha val="70000"/>
            </a:srgbClr>
          </a:solidFill>
        </p:spPr>
        <p:txBody>
          <a:bodyPr/>
          <a:lstStyle/>
          <a:p>
            <a:pPr marL="0" indent="0" algn="ctr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199D061-B1D4-4FA7-A962-8CF7E94F98D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101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D1A47-DB6E-67E5-D007-75CECEC0A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F4A31-5399-058D-C5A3-BE8965799A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22E129-84B5-4385-5190-59E0C0BDF66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FC1F83-C472-9A17-174E-33A82F31F0AE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4721788-B5F2-9283-4CDA-006433BEC4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E2EBF4">
              <a:alpha val="70000"/>
            </a:srgbClr>
          </a:solidFill>
        </p:spPr>
        <p:txBody>
          <a:bodyPr/>
          <a:lstStyle/>
          <a:p>
            <a:pPr marL="0" indent="0" algn="ctr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20ACE90-8E70-F3CE-39EE-DB201DEBC7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6322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3873D-8E03-98D9-BED0-090A593F7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27712-97D4-64AD-8CA7-9F4EF432A6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209D7-0B1F-994F-D888-ADB1629B71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C33D6F-F32D-C35E-A619-87DAFF6DBA23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23331-CB21-3332-DA8D-6EED867F13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22273" y="1280704"/>
            <a:ext cx="5743575" cy="502920"/>
          </a:xfrm>
          <a:solidFill>
            <a:srgbClr val="E2EBF4">
              <a:alpha val="70000"/>
            </a:srgbClr>
          </a:solidFill>
        </p:spPr>
        <p:txBody>
          <a:bodyPr/>
          <a:lstStyle/>
          <a:p>
            <a:pPr marL="0" indent="0" algn="ctr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054BC5-B3DB-B01E-062A-F550002084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556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9FAE2-DA4E-4229-03A3-0C18FA4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632B7-5B85-8A02-8EBD-72ACB535EEE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127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9617418"/>
      </p:ext>
    </p:extLst>
  </p:cSld>
  <p:clrMapOvr>
    <a:masterClrMapping/>
  </p:clrMapOvr>
</p:sld>
</file>

<file path=ppt/theme/theme1.xml><?xml version="1.0" encoding="utf-8"?>
<a:theme xmlns:a="http://schemas.openxmlformats.org/drawingml/2006/main" name="bc-theme">
  <a:themeElements>
    <a:clrScheme name="Plantilla BCRD">
      <a:dk1>
        <a:srgbClr val="595959"/>
      </a:dk1>
      <a:lt1>
        <a:srgbClr val="FFFFFF"/>
      </a:lt1>
      <a:dk2>
        <a:srgbClr val="F68F1C"/>
      </a:dk2>
      <a:lt2>
        <a:srgbClr val="FEBE01"/>
      </a:lt2>
      <a:accent1>
        <a:srgbClr val="847451"/>
      </a:accent1>
      <a:accent2>
        <a:srgbClr val="3B68A1"/>
      </a:accent2>
      <a:accent3>
        <a:srgbClr val="567033"/>
      </a:accent3>
      <a:accent4>
        <a:srgbClr val="037B72"/>
      </a:accent4>
      <a:accent5>
        <a:srgbClr val="C6131A"/>
      </a:accent5>
      <a:accent6>
        <a:srgbClr val="73632F"/>
      </a:accent6>
      <a:hlink>
        <a:srgbClr val="C13444"/>
      </a:hlink>
      <a:folHlink>
        <a:srgbClr val="424242"/>
      </a:folHlink>
    </a:clrScheme>
    <a:fontScheme name="Custom 1">
      <a:majorFont>
        <a:latin typeface="Berling Nova Sans Pro"/>
        <a:ea typeface=""/>
        <a:cs typeface=""/>
      </a:majorFont>
      <a:minorFont>
        <a:latin typeface="Gotham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c-theme" id="{AA84326B-8361-9342-B4BB-6D192B268814}" vid="{12BF7097-25F8-324C-AB1C-499617EC44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0689CF93BA6D429FDCF153665A4BBF" ma:contentTypeVersion="16" ma:contentTypeDescription="Create a new document." ma:contentTypeScope="" ma:versionID="7cb623805b572da93d451d421dbe6ce7">
  <xsd:schema xmlns:xsd="http://www.w3.org/2001/XMLSchema" xmlns:xs="http://www.w3.org/2001/XMLSchema" xmlns:p="http://schemas.microsoft.com/office/2006/metadata/properties" xmlns:ns3="8618eff8-bb40-4c97-ae4b-5cad2e8cd259" xmlns:ns4="14914aa1-b042-4511-a656-dd8ce2395118" targetNamespace="http://schemas.microsoft.com/office/2006/metadata/properties" ma:root="true" ma:fieldsID="67e68219ec4cc983f61c40419129d904" ns3:_="" ns4:_="">
    <xsd:import namespace="8618eff8-bb40-4c97-ae4b-5cad2e8cd259"/>
    <xsd:import namespace="14914aa1-b042-4511-a656-dd8ce239511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eff8-bb40-4c97-ae4b-5cad2e8cd25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914aa1-b042-4511-a656-dd8ce239511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618eff8-bb40-4c97-ae4b-5cad2e8cd259" xsi:nil="true"/>
  </documentManagement>
</p:properties>
</file>

<file path=customXml/itemProps1.xml><?xml version="1.0" encoding="utf-8"?>
<ds:datastoreItem xmlns:ds="http://schemas.openxmlformats.org/officeDocument/2006/customXml" ds:itemID="{F2B06350-DDD7-48AC-8AEE-64753D4406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3991702-51D6-4F54-9BB0-31648D0EBA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eff8-bb40-4c97-ae4b-5cad2e8cd259"/>
    <ds:schemaRef ds:uri="14914aa1-b042-4511-a656-dd8ce23951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2C21B7D-CB5B-4C21-BCBB-68719253F0CA}">
  <ds:schemaRefs>
    <ds:schemaRef ds:uri="http://purl.org/dc/dcmitype/"/>
    <ds:schemaRef ds:uri="http://www.w3.org/XML/1998/namespace"/>
    <ds:schemaRef ds:uri="14914aa1-b042-4511-a656-dd8ce2395118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618eff8-bb40-4c97-ae4b-5cad2e8cd259"/>
    <ds:schemaRef ds:uri="http://schemas.microsoft.com/office/2006/documentManagement/types"/>
    <ds:schemaRef ds:uri="http://purl.org/dc/terms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3788</TotalTime>
  <Words>28</Words>
  <Application>Microsoft Office PowerPoint</Application>
  <PresentationFormat>Panorámica</PresentationFormat>
  <Paragraphs>11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Berling Nova Sans Pro</vt:lpstr>
      <vt:lpstr>Calibri</vt:lpstr>
      <vt:lpstr>Arial</vt:lpstr>
      <vt:lpstr>Gotham Book</vt:lpstr>
      <vt:lpstr>bc-theme</vt:lpstr>
      <vt:lpstr>Presentación de PowerPoint</vt:lpstr>
      <vt:lpstr>Sensibilidad de las expectativas de tipo de cambio ante choques cambiarios</vt:lpstr>
      <vt:lpstr>Contenido</vt:lpstr>
      <vt:lpstr>Objetivos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Ivette Hernandez Alvarez</dc:creator>
  <cp:lastModifiedBy>Jose Burgos</cp:lastModifiedBy>
  <cp:revision>401</cp:revision>
  <dcterms:created xsi:type="dcterms:W3CDTF">2023-07-18T16:46:46Z</dcterms:created>
  <dcterms:modified xsi:type="dcterms:W3CDTF">2025-11-03T02:11:49Z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0x010100A30689CF93BA6D429FDCF153665A4BBF</vt:lpwstr>
  </property>
</Properties>
</file>